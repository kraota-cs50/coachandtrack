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Earnings ($)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3F4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10 Clients</c:v>
                  </c:pt>
                  <c:pt idx="1">
                    <c:v>25 Clients</c:v>
                  </c:pt>
                  <c:pt idx="2">
                    <c:v>50 Clients</c:v>
                  </c:pt>
                  <c:pt idx="3">
                    <c:v>100 Clients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980</c:v>
                </c:pt>
                <c:pt idx="1">
                  <c:v>2450</c:v>
                </c:pt>
                <c:pt idx="2">
                  <c:v>4900</c:v>
                </c:pt>
                <c:pt idx="3">
                  <c:v>9800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3F4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F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1A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-1097280" y="457200"/>
            <a:ext cx="3657600" cy="3657600"/>
          </a:xfrm>
          <a:prstGeom prst="oval">
            <a:avLst/>
          </a:prstGeom>
          <a:ln w="25400">
            <a:solidFill>
              <a:srgbClr val="1A25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548640" y="1005840"/>
            <a:ext cx="2560320" cy="2560320"/>
          </a:xfrm>
          <a:prstGeom prst="oval">
            <a:avLst/>
          </a:prstGeom>
          <a:ln w="12700">
            <a:solidFill>
              <a:srgbClr val="1A25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548640"/>
            <a:ext cx="3200400" cy="3200400"/>
          </a:xfrm>
          <a:prstGeom prst="oval">
            <a:avLst/>
          </a:prstGeom>
          <a:ln w="25400">
            <a:solidFill>
              <a:srgbClr val="1A25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-1097280" y="457200"/>
            <a:ext cx="3657600" cy="3657600"/>
          </a:xfrm>
          <a:prstGeom prst="oval">
            <a:avLst/>
          </a:prstGeom>
          <a:ln w="635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371600"/>
            <a:ext cx="1280160" cy="1280160"/>
          </a:xfrm>
          <a:prstGeom prst="oval">
            <a:avLst/>
          </a:prstGeom>
          <a:solidFill>
            <a:srgbClr val="121A2A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pPr algn="ctr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103120" y="91440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the Platform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Coaches.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2103120" y="260604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Coach. Track Your Progress. Transform Your Life.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103120" y="3108960"/>
            <a:ext cx="4572000" cy="0"/>
          </a:xfrm>
          <a:prstGeom prst="line">
            <a:avLst/>
          </a:prstGeom>
          <a:noFill/>
          <a:ln w="12700">
            <a:solidFill>
              <a:srgbClr val="1F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pitch for fitness coaches ready to grow their client base.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03120" y="3749040"/>
            <a:ext cx="21945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3749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coachandtrack.com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2011680" cy="256032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Growing a Coaching Business is Hard.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coaches face the same three challenges — and none of them have to stop you.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651760" cy="265176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265176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2377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 Clients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" y="27432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Word-of-mouth only goes so far. Most coaches spend more time marketing than coaching.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55848" y="1737360"/>
            <a:ext cx="2651760" cy="265176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55848" y="1737360"/>
            <a:ext cx="54864" cy="265176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8745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65576" y="2377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Proving Results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65576" y="27432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structured tracking system, it's hard to show clients — and prospects — real progress data.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54496" y="1737360"/>
            <a:ext cx="2651760" cy="265176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54496" y="1737360"/>
            <a:ext cx="54864" cy="265176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8745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64224" y="2377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Managing Everything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64224" y="27432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Juggling WhatsApp, spreadsheets, Instagram DMs, and payments across multiple tools wastes hours every week.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2011680" cy="256032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CoachAndTrack.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that handles discovery, tracking, and client management — all in one place.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3108960"/>
          </a:xfrm>
          <a:prstGeom prst="rect">
            <a:avLst/>
          </a:prstGeom>
          <a:solidFill>
            <a:srgbClr val="121A2A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CoachAndTrack Does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331720"/>
            <a:ext cx="201168" cy="201168"/>
          </a:xfrm>
          <a:prstGeom prst="oval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3042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discover and connect with you through our marketplace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788920"/>
            <a:ext cx="201168" cy="201168"/>
          </a:xfrm>
          <a:prstGeom prst="oval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7614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progress tracking tools — clients log workouts &amp; results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246120"/>
            <a:ext cx="201168" cy="201168"/>
          </a:xfrm>
          <a:prstGeom prst="oval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2186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can share their progress on social media (viral growth)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703320"/>
            <a:ext cx="201168" cy="201168"/>
          </a:xfrm>
          <a:prstGeom prst="oval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6758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messaging between you and your clients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4160520"/>
            <a:ext cx="201168" cy="201168"/>
          </a:xfrm>
          <a:prstGeom prst="oval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33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all your clients from one clean dashboard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1691640"/>
            <a:ext cx="3931920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691640"/>
            <a:ext cx="54864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76479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08076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join as a founding coach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743200"/>
            <a:ext cx="3931920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743200"/>
            <a:ext cx="54864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81635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080760" y="29443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 to you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794760"/>
            <a:ext cx="3931920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794760"/>
            <a:ext cx="54864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86791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080760" y="39959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for everything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2011680" cy="256032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Simple. Fast. Powerful.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takes less than 30 minutes.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1920240" cy="301752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192024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3172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880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Apply as a Coach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2918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your profile — credentials, specialty, bio. Our team reviews and approves within 48 hours.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86000" y="2944368"/>
            <a:ext cx="201168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87168" y="1691640"/>
            <a:ext cx="1920240" cy="301752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87168" y="1691640"/>
            <a:ext cx="192024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2487168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33172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78608" y="2880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Discovered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578608" y="32918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browse by specialty, goal, and availability. You get matched with people serious about results.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407408" y="2944368"/>
            <a:ext cx="201168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08576" y="1691640"/>
            <a:ext cx="1920240" cy="301752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08576" y="1691640"/>
            <a:ext cx="192024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0"/>
          <p:cNvSpPr/>
          <p:nvPr/>
        </p:nvSpPr>
        <p:spPr>
          <a:xfrm>
            <a:off x="4608576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33172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00016" y="2880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 &amp; Track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700016" y="32918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log workouts, track milestones, and share progress. You see their data in real time.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528816" y="2944368"/>
            <a:ext cx="201168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729984" y="1691640"/>
            <a:ext cx="1920240" cy="301752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729984" y="1691640"/>
            <a:ext cx="192024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6"/>
          <p:cNvSpPr/>
          <p:nvPr/>
        </p:nvSpPr>
        <p:spPr>
          <a:xfrm>
            <a:off x="6729984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33172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21424" y="2880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Paid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821424" y="32918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Connect handles all payments. 70% goes directly to you. Payouts are automatic and transparent.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2011680" cy="256032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EARNINGS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Can You Earn?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a 70% revenue share model — you keep the majority.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6916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Based on $14/month Starter plan. Pro plan = higher earnings.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1691640"/>
            <a:ext cx="32004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0" y="1691640"/>
            <a:ext cx="54864" cy="68580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80136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36208" y="17556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every subscription goes directly to you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0" y="2496312"/>
            <a:ext cx="32004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0" y="2496312"/>
            <a:ext cx="54864" cy="6858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6060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25603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recurring revenue — predictable income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669280" y="3300984"/>
            <a:ext cx="32004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669280" y="3300984"/>
            <a:ext cx="54864" cy="68580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341071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36208" y="33649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Connect — automatic, transparent payouts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669280" y="4105656"/>
            <a:ext cx="320040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669280" y="4105656"/>
            <a:ext cx="54864" cy="6858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4215384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236208" y="416966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coaches get priority placement in search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2011680" cy="256032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Founding Coach Advantages.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movers get benefits that will never be available again.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54864" cy="129844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01368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7830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Priority Placement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22219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coaches rank first in client search results — permanently.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55848" y="1691640"/>
            <a:ext cx="265176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55848" y="1691640"/>
            <a:ext cx="54864" cy="1298448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80136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0208" y="17830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Founding Badge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65576" y="22219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'Founding Coach' badge on your profile builds instant credibility.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54496" y="1691640"/>
            <a:ext cx="265176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54496" y="1691640"/>
            <a:ext cx="54864" cy="129844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80136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48856" y="17830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Shape the Platform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64224" y="22219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input into features, pricing, and roadmap. Your feedback builds what you need.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3154680"/>
            <a:ext cx="265176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3154680"/>
            <a:ext cx="54864" cy="129844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6440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32461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Competition Now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66928" y="368503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one of the first coaches on the platform before the marketplace fills up.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355848" y="3154680"/>
            <a:ext cx="265176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355848" y="3154680"/>
            <a:ext cx="54864" cy="1298448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264408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50208" y="32461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 Day Spotlight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465576" y="368503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in our launch campaign across Instagram, TikTok, LinkedIn and YouTube.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254496" y="3154680"/>
            <a:ext cx="265176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254496" y="3154680"/>
            <a:ext cx="54864" cy="129844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264408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48856" y="32461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Dedicated Support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364224" y="368503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line to the founder. Not a ticket system — real, personal support.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2011680" cy="256032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IDEAL COACHES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This You?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looking for coaches who are serious about building their online business.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31920" cy="310896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54864" cy="3108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Perfect Fit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2286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personal trainer or fitness coach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6883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grow your online client 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090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Comfortable communicating digitally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34930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measurable, trackable results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38953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to client progress &amp; accountability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4297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specialty: strength, yoga, HIIT, nutrition…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691640"/>
            <a:ext cx="3931920" cy="3108960"/>
          </a:xfrm>
          <a:prstGeom prst="rect">
            <a:avLst/>
          </a:prstGeom>
          <a:solidFill>
            <a:srgbClr val="1A2235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691640"/>
            <a:ext cx="54864" cy="3108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 Not Required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56048" y="2286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social media following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26883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website or app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3090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skills or coding knowledge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34930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online payment setup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6048" y="38953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online coaching experience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4297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upfront investment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12700">
            <a:solidFill>
              <a:srgbClr val="161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411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pPr algn="ctr" indent="0" marL="0">
              <a:buNone/>
            </a:pPr>
            <a:r>
              <a:rPr lang="en-US" sz="48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Grow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Coaching Business?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137160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coach spots are limited. Apply today — it's free.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926080" y="3749040"/>
            <a:ext cx="329184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Apply at coachandtrack.com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4622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Questions? Email us at trainers@coachandtrack.com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CoachAndTrack — Join as a Founding Coach</dc:title>
  <dc:subject>PptxGenJS Presentation</dc:subject>
  <dc:creator>PptxGenJS</dc:creator>
  <cp:lastModifiedBy>PptxGenJS</cp:lastModifiedBy>
  <cp:revision>1</cp:revision>
  <dcterms:created xsi:type="dcterms:W3CDTF">2026-03-11T02:35:48Z</dcterms:created>
  <dcterms:modified xsi:type="dcterms:W3CDTF">2026-03-11T02:35:48Z</dcterms:modified>
</cp:coreProperties>
</file>